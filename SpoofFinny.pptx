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65" r:id="rId2"/>
    <p:sldId id="366" r:id="rId3"/>
    <p:sldId id="362" r:id="rId4"/>
    <p:sldId id="36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06" d="100"/>
          <a:sy n="106" d="100"/>
        </p:scale>
        <p:origin x="702" y="1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30.09.2026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30.09.2026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30.09.2026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30.09.2026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30.09.2026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30.09.2026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en-US" sz="4800" dirty="0" err="1"/>
              <a:t>SpoofBlack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№</a:t>
            </a:r>
            <a:r>
              <a:rPr lang="en-US" dirty="0"/>
              <a:t>6 </a:t>
            </a:r>
            <a:r>
              <a:rPr lang="ru-RU"/>
              <a:t>«</a:t>
            </a:r>
            <a:r>
              <a:rPr lang="ru-RU" b="0" i="0">
                <a:solidFill>
                  <a:srgbClr val="FFFFFF"/>
                </a:solidFill>
                <a:effectLst/>
                <a:latin typeface="TTFirs"/>
              </a:rPr>
              <a:t>Мобильное </a:t>
            </a:r>
            <a:r>
              <a:rPr lang="ru-RU" b="0" i="0" dirty="0">
                <a:solidFill>
                  <a:srgbClr val="FFFFFF"/>
                </a:solidFill>
                <a:effectLst/>
                <a:latin typeface="TTFirs"/>
              </a:rPr>
              <a:t>приложение по повышению финансовой грамотности детей и </a:t>
            </a:r>
            <a:r>
              <a:rPr lang="ru-RU" b="0" i="0">
                <a:solidFill>
                  <a:srgbClr val="FFFFFF"/>
                </a:solidFill>
                <a:effectLst/>
                <a:latin typeface="TTFirs"/>
              </a:rPr>
              <a:t>молодежи Москвы»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4" name="Image 3" descr=" ">
            <a:extLst>
              <a:ext uri="{FF2B5EF4-FFF2-40B4-BE49-F238E27FC236}">
                <a16:creationId xmlns:a16="http://schemas.microsoft.com/office/drawing/2014/main" id="{A0B1A8AF-6346-4ED2-4523-E32AD0217B9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-1579" b="1227"/>
          <a:stretch/>
        </p:blipFill>
        <p:spPr>
          <a:xfrm>
            <a:off x="662723" y="232023"/>
            <a:ext cx="3386138" cy="14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Мы превращаем изучение финансов в игру: пользователь получает знания не только через теорию, но и через игровые ситуации и принятие решений. Это объединяет образовательную пользу и игровой формат в одном мобильном продукте.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Шадиев И.А.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Спонтанно. Увидели информацию о </a:t>
            </a:r>
            <a:r>
              <a:rPr lang="ru-RU" i="1" dirty="0" err="1">
                <a:solidFill>
                  <a:schemeClr val="tx1"/>
                </a:solidFill>
              </a:rPr>
              <a:t>хакатоне</a:t>
            </a:r>
            <a:r>
              <a:rPr lang="ru-RU" i="1" dirty="0">
                <a:solidFill>
                  <a:schemeClr val="tx1"/>
                </a:solidFill>
              </a:rPr>
              <a:t> и зарегистрировались за пару часов до конца приёма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ГАПОУ ТО «ТКТТС»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Тюменская область, город Тюмень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 «</a:t>
            </a:r>
            <a:r>
              <a:rPr lang="en-US" sz="2400" dirty="0" err="1">
                <a:solidFill>
                  <a:schemeClr val="accent5"/>
                </a:solidFill>
                <a:latin typeface="+mn-lt"/>
              </a:rPr>
              <a:t>SpoofBlack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err="1">
                <a:solidFill>
                  <a:schemeClr val="tx1"/>
                </a:solidFill>
              </a:rPr>
              <a:t>SpoofFinny</a:t>
            </a:r>
            <a:r>
              <a:rPr lang="ru-RU" dirty="0">
                <a:solidFill>
                  <a:schemeClr val="tx1"/>
                </a:solidFill>
              </a:rPr>
              <a:t> — мобильная образовательная игра, которая обучает детей и молодых людей основам финансовой грамотности через интерактивный игровой процесс и практические финансовые ситуации.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@damborar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79634598727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ТО «ТКТТС»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Татьяна Резанова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Game Developer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@Sui_Hui_Wei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79630611706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ТО «ТКТТС»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Ильяс Шадиев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2C371C-1171-FE04-0F34-32BB028AEFF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l="-11" t="9862" r="11"/>
          <a:stretch/>
        </p:blipFill>
        <p:spPr>
          <a:xfrm>
            <a:off x="581025" y="1816100"/>
            <a:ext cx="1722438" cy="1552575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2D88554-D56E-DE7B-05DB-89F9128FC41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l="-26" t="-2444" r="26" b="36094"/>
          <a:stretch/>
        </p:blipFill>
        <p:spPr>
          <a:xfrm>
            <a:off x="2886075" y="1827213"/>
            <a:ext cx="1722438" cy="1541462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879568-CF2D-D55A-A1AD-B0839CD015E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l="-42" t="21085" r="42" b="11036"/>
          <a:stretch/>
        </p:blipFill>
        <p:spPr>
          <a:xfrm>
            <a:off x="5191125" y="1809750"/>
            <a:ext cx="1722438" cy="1558925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</a:t>
            </a:r>
            <a:r>
              <a:rPr lang="en-US" dirty="0" err="1">
                <a:latin typeface="+mn-lt"/>
              </a:rPr>
              <a:t>SpoofBlack</a:t>
            </a:r>
            <a:r>
              <a:rPr lang="ru-RU" dirty="0">
                <a:latin typeface="+mn-lt"/>
              </a:rPr>
              <a:t>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Lead Game Developer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@frogs_4ever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79827791565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ТО «ТКТТС»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Александр </a:t>
            </a:r>
            <a:r>
              <a:rPr lang="ru-RU" sz="1600" b="1" dirty="0" err="1">
                <a:solidFill>
                  <a:schemeClr val="accent5"/>
                </a:solidFill>
              </a:rPr>
              <a:t>Колодривский</a:t>
            </a: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Команда собралась спонтанно. Учимся в одной группе. Задание делали чуть-ли не под конец дедлайнов.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Самым сложным для нас были командная работа и тайм-менеджмент. Довольно непросто совмещать учёбу и </a:t>
            </a:r>
            <a:r>
              <a:rPr lang="ru-RU" dirty="0" err="1">
                <a:solidFill>
                  <a:schemeClr val="tx1"/>
                </a:solidFill>
              </a:rPr>
              <a:t>хакатон</a:t>
            </a:r>
            <a:r>
              <a:rPr lang="ru-RU" dirty="0">
                <a:solidFill>
                  <a:schemeClr val="tx1"/>
                </a:solidFill>
              </a:rPr>
              <a:t>, особенно когда сроки ограничены. К тому же часть технологий нам пришлось изучать непосредственно во время разработки и сразу применять их на практике — буквально «в бою».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Тема обучения детей очень затрагивает нашу команду, так как мы заинтересованы в создании полезных и понятных образовательных продуктов для молодого поколения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 err="1">
                <a:solidFill>
                  <a:schemeClr val="tx1"/>
                </a:solidFill>
              </a:rPr>
              <a:t>SpoofFinny</a:t>
            </a:r>
            <a:r>
              <a:rPr lang="ru-RU" sz="1400" dirty="0">
                <a:solidFill>
                  <a:schemeClr val="tx1"/>
                </a:solidFill>
              </a:rPr>
              <a:t> — мобильная обучающая игра, разработанная на </a:t>
            </a:r>
            <a:r>
              <a:rPr lang="ru-RU" sz="1400" dirty="0" err="1">
                <a:solidFill>
                  <a:schemeClr val="tx1"/>
                </a:solidFill>
              </a:rPr>
              <a:t>Flutter</a:t>
            </a:r>
            <a:r>
              <a:rPr lang="ru-RU" sz="1400" dirty="0">
                <a:solidFill>
                  <a:schemeClr val="tx1"/>
                </a:solidFill>
              </a:rPr>
              <a:t> и </a:t>
            </a:r>
            <a:r>
              <a:rPr lang="ru-RU" sz="1400" dirty="0" err="1">
                <a:solidFill>
                  <a:schemeClr val="tx1"/>
                </a:solidFill>
              </a:rPr>
              <a:t>Dart</a:t>
            </a:r>
            <a:r>
              <a:rPr lang="ru-RU" sz="1400" dirty="0">
                <a:solidFill>
                  <a:schemeClr val="tx1"/>
                </a:solidFill>
              </a:rPr>
              <a:t> с использованием игрового движка </a:t>
            </a:r>
            <a:r>
              <a:rPr lang="ru-RU" sz="1400" dirty="0" err="1">
                <a:solidFill>
                  <a:schemeClr val="tx1"/>
                </a:solidFill>
              </a:rPr>
              <a:t>Flame</a:t>
            </a:r>
            <a:r>
              <a:rPr lang="ru-RU" sz="1400" dirty="0">
                <a:solidFill>
                  <a:schemeClr val="tx1"/>
                </a:solidFill>
              </a:rPr>
              <a:t>. Игра объединяет интерактивный игровой процесс и образовательные элементы, позволяя пользователю изучать основы финансов через игровые сценарии и задания. Для локального хранения данных используется </a:t>
            </a:r>
            <a:r>
              <a:rPr lang="ru-RU" sz="1400" dirty="0" err="1">
                <a:solidFill>
                  <a:schemeClr val="tx1"/>
                </a:solidFill>
              </a:rPr>
              <a:t>Hive</a:t>
            </a:r>
            <a:r>
              <a:rPr lang="ru-RU" sz="1400" dirty="0">
                <a:solidFill>
                  <a:schemeClr val="tx1"/>
                </a:solidFill>
              </a:rPr>
              <a:t>, что позволяет сохранять информацию приложения непосредственно на устройстве. Проект реализован как мобильное приложение и может распространяться в виде APK.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 err="1">
                <a:solidFill>
                  <a:schemeClr val="tx1"/>
                </a:solidFill>
              </a:rPr>
              <a:t>SpoofFinny</a:t>
            </a:r>
            <a:r>
              <a:rPr lang="ru-RU" sz="1400" dirty="0">
                <a:solidFill>
                  <a:schemeClr val="tx1"/>
                </a:solidFill>
              </a:rPr>
              <a:t> помогает детям и молодым людям получать базовые знания о финансах в привычном для них формате мобильной игры. Вместо традиционного обучения пользователь осваивает финансовые понятия через интерактивное взаимодействие и игровой процесс. В дальнейшем проект можно масштабировать: добавлять новые финансовые темы, игровые уровни и сценарии, систему достижений и прогресса, а также использовать приложение в образовательных программах и как дополнительный инструмент для изучения финансовой грамотности.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11077</TotalTime>
  <Words>448</Words>
  <Application>Microsoft Office PowerPoint</Application>
  <PresentationFormat>Широкоэкранный</PresentationFormat>
  <Paragraphs>50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Montserrat</vt:lpstr>
      <vt:lpstr>TTFirs</vt:lpstr>
      <vt:lpstr>Wingdings</vt:lpstr>
      <vt:lpstr>Для Академия инноваторов 16_9</vt:lpstr>
      <vt:lpstr>SpoofBlack</vt:lpstr>
      <vt:lpstr>Команда «SpoofBlack»</vt:lpstr>
      <vt:lpstr>Команда «SpoofBlack»</vt:lpstr>
      <vt:lpstr>Презентация PowerPoint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Niggga Nigga</cp:lastModifiedBy>
  <cp:revision>98</cp:revision>
  <dcterms:created xsi:type="dcterms:W3CDTF">2023-05-15T07:36:23Z</dcterms:created>
  <dcterms:modified xsi:type="dcterms:W3CDTF">2026-09-29T20:48:43Z</dcterms:modified>
</cp:coreProperties>
</file>